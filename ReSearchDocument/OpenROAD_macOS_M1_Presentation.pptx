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C4FF">
              <a:alpha val="12000"/>
            </a:srgbClr>
          </a:solidFill>
          <a:ln w="12700">
            <a:solidFill>
              <a:srgbClr val="00C4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114800"/>
            <a:ext cx="9144000" cy="109728"/>
          </a:xfrm>
          <a:prstGeom prst="rect">
            <a:avLst/>
          </a:prstGeom>
          <a:solidFill>
            <a:srgbClr val="00C4FF">
              <a:alpha val="30000"/>
            </a:srgbClr>
          </a:solidFill>
          <a:ln w="12700">
            <a:solidFill>
              <a:srgbClr val="00C4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Native trên macOS Apple Silicon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EDA Open-Source Chip Design Flow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ARM64 (M1/M2/M3/M4) từ Source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2194560" cy="36576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VKU — Vietnam-Korea University of Information and Communication Technology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CNKTMT  •  Sipeed Tang Mega 138K  •  OpenROAD 26Q1-1961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NỘI DUNG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2377440"/>
            <a:ext cx="164592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14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Chương  •  58 Slides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347472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4114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69080" y="43891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thiệu OpenROAD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905256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96926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69080" y="99669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 thức macOS M-series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52704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9080" y="1554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môi trường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020824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208483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211226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Patch ORFS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2578608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264261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69080" y="26700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OpenROAD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83280" y="3136392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38BDF8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2004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069080" y="322783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Workspaces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3694176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0" y="375818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069080" y="378561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Kết quả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383280" y="4251960"/>
            <a:ext cx="5486400" cy="475488"/>
          </a:xfrm>
          <a:prstGeom prst="rect">
            <a:avLst/>
          </a:prstGeom>
          <a:solidFill>
            <a:srgbClr val="162040"/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74720" y="431596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69080" y="43434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Tools &amp; Tape-out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0C4FF">
              <a:alpha val="10000"/>
            </a:srgbClr>
          </a:solidFill>
          <a:ln w="12700">
            <a:solidFill>
              <a:srgbClr val="00C4F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A306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540385" y="2205990"/>
            <a:ext cx="6480175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GIỚI THIỆU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Tool, ORFS Architecture &amp; Chip Design Flow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FF"/>
                </a:solidFill>
              </a:rPr>
              <a:t>Giới thiệu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 là gì?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64008" cy="14630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Open-Source EDA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công cụ thiết kế chip mạch tích hợp (IC) mã nguồn mở — thay thế EDA thương mại như Cadence, Synopsys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630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DARPA-funded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 tài trợ bởi DARPA (Mỹ), mục tiêu: "24-hour no human in the loop" RTL-to-GDS flow hoàn toàn tự động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64008" cy="14630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546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RTL → GDS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mã Verilog/VHDL → GDS tapeout: Synthesis, Floorplan, Placement, CTS, Routing, Sign-off đầy đủ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1546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Multi-PDK Support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Sky130 (130nm), ASAP7 (7nm predictive), GF180MCU, NanGate45 và nhiều PDK khác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FF"/>
                </a:solidFill>
              </a:rPr>
              <a:t>Giới thiệu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Lịch sử &amp; Hành trình phát triển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86130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690" y="1234440"/>
            <a:ext cx="402336" cy="402336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530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2018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370" y="2084832"/>
            <a:ext cx="1097280" cy="21945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802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DARPA IDEA / POSH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7802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động dự án OpenROAD với ngân sách 24.2M USD từ DARPA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21738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0298" y="1234440"/>
            <a:ext cx="402336" cy="402336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138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2019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55978" y="2084832"/>
            <a:ext cx="1097280" cy="21945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83410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v0.x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83410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mắt phiên bản đầu tiên, integrate với OpenDB, ioPlacer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346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5906" y="1234440"/>
            <a:ext cx="402336" cy="402336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8746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586" y="2084832"/>
            <a:ext cx="1097280" cy="21945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018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ORFS Release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9018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Flow Scripts công bố — end-to-end automated RTL→GDS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92954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01514" y="1234440"/>
            <a:ext cx="402336" cy="402336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354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27194" y="2084832"/>
            <a:ext cx="1097280" cy="21945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626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Production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626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Tapeout thực tế đầu tiên qua Efabless Chipignite với Sky130A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8562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37122" y="1234440"/>
            <a:ext cx="402336" cy="402336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9962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62802" y="2084832"/>
            <a:ext cx="1097280" cy="21945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234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3.0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234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lớn về timing, power, và GUI thân thiện hơn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64170" y="1417320"/>
            <a:ext cx="795528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72730" y="1234440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35570" y="178308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598410" y="2084832"/>
            <a:ext cx="1097280" cy="2194560"/>
          </a:xfrm>
          <a:prstGeom prst="rect">
            <a:avLst/>
          </a:prstGeom>
          <a:solidFill>
            <a:srgbClr val="FFF8E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5842" y="2130552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26Q1 - macOS ARM64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25842" y="2523744"/>
            <a:ext cx="1042416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đầu native build trên macOS M-series — dự án này!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FF"/>
                </a:solidFill>
              </a:rPr>
              <a:t>Giới thiệu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Tại sao chọn OpenROAD?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OpenROAD (Open-Source)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🏢 EDA Thương mại (Synopsys/Cadence)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393192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0992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Hoàn toàn miễn phí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1284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Mã nguồn mở, customizable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393192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1576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Community-driven 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Hỗ trợ học thuật/nghiên cứu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393192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2160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Tích hợp với GitHub CI/CD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2452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macOS M-series (dự án này)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393192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170992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Chi phí license triệu USD/năm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21284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Black-box, không thể sửa đổi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697480"/>
            <a:ext cx="393192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71576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Vendor lock-in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21868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Hạn chế học thuật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3931920" cy="4297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2160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Chỉ hỗ trợ Linux/Windows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46320" y="4206240"/>
            <a:ext cx="3931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224528"/>
            <a:ext cx="365760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Không native ARM64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FF"/>
                </a:solidFill>
              </a:rPr>
              <a:t>Giới thiệu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 Flow Scripts — Kiến trúc tổng thể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527175"/>
            <a:ext cx="1828800" cy="1005840"/>
          </a:xfrm>
          <a:prstGeom prst="rect">
            <a:avLst/>
          </a:prstGeom>
          <a:solidFill>
            <a:srgbClr val="7C3AED">
              <a:alpha val="8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72895"/>
            <a:ext cx="1828800" cy="502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Yosys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0" y="1527175"/>
            <a:ext cx="1828800" cy="1005840"/>
          </a:xfrm>
          <a:prstGeom prst="rect">
            <a:avLst/>
          </a:prstGeom>
          <a:solidFill>
            <a:srgbClr val="00C4FF">
              <a:alpha val="85000"/>
            </a:srgbClr>
          </a:solidFill>
          <a:ln w="2540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1572895"/>
            <a:ext cx="1828800" cy="5029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1527175"/>
            <a:ext cx="1828800" cy="100584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72895"/>
            <a:ext cx="1828800" cy="502920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KLayout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0" y="1527175"/>
            <a:ext cx="1828800" cy="100584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572895"/>
            <a:ext cx="1828800" cy="502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Magic</a:t>
            </a:r>
            <a:endParaRPr lang="en-US" sz="18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65760" y="1865630"/>
            <a:ext cx="8412480" cy="538480"/>
            <a:chOff x="576" y="2405"/>
            <a:chExt cx="13248" cy="848"/>
          </a:xfrm>
        </p:grpSpPr>
        <p:sp>
          <p:nvSpPr>
            <p:cNvPr id="9" name="Text 7"/>
            <p:cNvSpPr/>
            <p:nvPr/>
          </p:nvSpPr>
          <p:spPr>
            <a:xfrm>
              <a:off x="576" y="2707"/>
              <a:ext cx="288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Synthesis</a:t>
              </a:r>
              <a:endParaRPr lang="en-US" sz="11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032" y="2707"/>
              <a:ext cx="288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PnR Engine</a:t>
              </a:r>
              <a:endParaRPr lang="en-US" sz="11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7488" y="2707"/>
              <a:ext cx="288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GDS/DRC</a:t>
              </a:r>
              <a:endParaRPr lang="en-US" sz="11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10944" y="2707"/>
              <a:ext cx="2880" cy="54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DRC+Extract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3456" y="2563"/>
              <a:ext cx="576" cy="72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3859" y="2405"/>
              <a:ext cx="2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▶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6912" y="2563"/>
              <a:ext cx="576" cy="72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315" y="2405"/>
              <a:ext cx="2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▶</a:t>
              </a:r>
              <a:endParaRPr lang="en-US" sz="11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0368" y="2563"/>
              <a:ext cx="576" cy="72"/>
            </a:xfrm>
            <a:prstGeom prst="rect">
              <a:avLst/>
            </a:prstGeom>
            <a:solidFill>
              <a:srgbClr val="64748B"/>
            </a:solidFill>
            <a:ln w="12700">
              <a:solidFill>
                <a:srgbClr val="64748B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0771" y="2405"/>
              <a:ext cx="216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4748B"/>
                  </a:solidFill>
                </a:rPr>
                <a:t>▶</a:t>
              </a:r>
              <a:endParaRPr lang="en-US" sz="11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228600" y="3455035"/>
            <a:ext cx="8686800" cy="154559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E2E8F0"/>
            </a:solidFill>
            <a:prstDash val="dash"/>
          </a:ln>
        </p:spPr>
        <p:txBody>
          <a:bodyPr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1143000"/>
            <a:ext cx="3200400" cy="409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ORFS — OpenROAD Flow Scripts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770505"/>
            <a:ext cx="1115568" cy="5029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Synthesis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81328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581912" y="2770505"/>
            <a:ext cx="1115568" cy="502920"/>
          </a:xfrm>
          <a:prstGeom prst="rect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81912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Floorplan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98064" y="2770505"/>
            <a:ext cx="1115568" cy="502920"/>
          </a:xfrm>
          <a:prstGeom prst="rect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98064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Placement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13632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014216" y="2770505"/>
            <a:ext cx="1115568" cy="502920"/>
          </a:xfrm>
          <a:prstGeom prst="rect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14216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9784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230368" y="2770505"/>
            <a:ext cx="1115568" cy="502920"/>
          </a:xfrm>
          <a:prstGeom prst="rect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Routing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46520" y="2770505"/>
            <a:ext cx="1115568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Sign-off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562088" y="2861945"/>
            <a:ext cx="10972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662672" y="2770505"/>
            <a:ext cx="1115568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62672" y="2770505"/>
            <a:ext cx="111556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GDS Export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456305"/>
            <a:ext cx="2286000" cy="77724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483737"/>
            <a:ext cx="21031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 / .sv (RTL)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Constraints (.sdc)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92240" y="3456305"/>
            <a:ext cx="228600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3483737"/>
            <a:ext cx="21031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6_final.gds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6_final.def / .spef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FF"/>
                </a:solidFill>
              </a:rPr>
              <a:t>Giới thiệu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Full RTL → GDS Chip Design Flow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600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160020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88720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2140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Verilog/VHDL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6184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57400" y="1188720"/>
            <a:ext cx="1600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188720"/>
            <a:ext cx="1600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188720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48840" y="1591056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212140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0.63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16184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94760" y="1188720"/>
            <a:ext cx="1600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94760" y="1188720"/>
            <a:ext cx="160020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188720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1591056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Floorplan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212140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16184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532120" y="1188720"/>
            <a:ext cx="1600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1188720"/>
            <a:ext cx="1600200" cy="3474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188720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23560" y="1591056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Route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23560" y="212140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1618488"/>
            <a:ext cx="457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269480" y="1188720"/>
            <a:ext cx="16002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69480" y="1188720"/>
            <a:ext cx="1600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1188720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60920" y="1591056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+ GDS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60920" y="2121408"/>
            <a:ext cx="1417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Magic/KLayout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834640"/>
            <a:ext cx="1600200" cy="12801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88036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 Opt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2735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Map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366674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ABC Opt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57400" y="2834640"/>
            <a:ext cx="1600200" cy="12801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288036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 Place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48840" y="32735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Place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48840" y="366674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Power Grid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94760" y="2834640"/>
            <a:ext cx="1600200" cy="12801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6200" y="288036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Place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86200" y="32735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Legalize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886200" y="366674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Detail Place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32120" y="2834640"/>
            <a:ext cx="1600200" cy="12801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288036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Clock Tree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23560" y="32735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Insert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23560" y="366674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Skew Opt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69480" y="2834640"/>
            <a:ext cx="1600200" cy="1280160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60920" y="288036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Route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60920" y="327355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Detail Route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360920" y="366674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DRC Fix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106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THÁCH THỨC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macOS M-SERIES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Architecture, OpenMP, Native Compilation Barriers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Thách thức macOS M-series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Apple Silicon — Kiến trúc ARM64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1920240" cy="2377440"/>
          </a:xfrm>
          <a:prstGeom prst="rect">
            <a:avLst/>
          </a:prstGeom>
          <a:solidFill>
            <a:srgbClr val="F4F8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CPU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GPU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Up to 16GB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2020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1920240" cy="2377440"/>
          </a:xfrm>
          <a:prstGeom prst="rect">
            <a:avLst/>
          </a:prstGeom>
          <a:solidFill>
            <a:srgbClr val="F4F8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18872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6040" y="1719072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CPU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10-core GPU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3591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Up to 24GB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2022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1920240" cy="2377440"/>
          </a:xfrm>
          <a:prstGeom prst="rect">
            <a:avLst/>
          </a:prstGeom>
          <a:solidFill>
            <a:srgbClr val="F4F8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54880" y="1719072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core CPU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10-18 core GPU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3591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Up to 128GB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2023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12280" y="1188720"/>
            <a:ext cx="1920240" cy="2377440"/>
          </a:xfrm>
          <a:prstGeom prst="rect">
            <a:avLst/>
          </a:prstGeom>
          <a:solidFill>
            <a:srgbClr val="F4F8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1188720"/>
            <a:ext cx="19202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118872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1719072"/>
            <a:ext cx="1737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10-core CPU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10-core GPU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23591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Up to 192GB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65176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4A3B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2024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Vấn đề chính với EDA Tools: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Hầu hết EDA tools (Synopsys, Cadence, OpenROAD) được phát triển cho Linux x86-64. Trên ARM64 macOS, không thể chạy binary Linux — phải build từ source code, handle architecture differences, và fix các dependency không tương thích.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Thách thức macOS M-series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ARM64 vs x86-64 — Các khác biệt kỹ thuật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ABI Differences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09928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alignment khác nhau (16-byte vs 8-byte)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002536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instructions: ARM NEON vs Intel SSE/AVX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295144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convention khác (registers dùng cho args)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3258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Compiler Toolchain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709928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Clang thay vì GCC — một số GCC extensions không có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002536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detect sai compiler flags cho ARM64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295144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C++17/20 features khác biệt minor giữa clang/gcc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260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Library Incompatibility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310128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số pre-built .a/.so x86 không link được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602736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paths khác (/opt/homebrew vs /usr/local)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895344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dynamic linking conflicts trên macOS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0690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834640"/>
            <a:ext cx="6400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2608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OpenMP on Apple Silicon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310128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Clang KHÔNG ship OpenMP theo mặc định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602736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install libomp từ Homebrew separately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895344"/>
            <a:ext cx="3749040" cy="2834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nguồn files phải được patch để link libomp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Thách thức macOS M-series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715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OpenMP — Vấn đề nghiêm trọng nhất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74547"/>
            <a:ext cx="8412480" cy="6400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8555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Apple Clang không bao gồm OpenMP runtime — phải install thủ công và patch 4 file CMake của OpenROAD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5133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Files cần patch: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135378"/>
            <a:ext cx="8412480" cy="347472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53666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tools/OpenROAD/src/CMakeLists.txt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28570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6858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tools/OpenROAD/src/odb/CMakeLists.txt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1762"/>
            <a:ext cx="8412480" cy="347472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40050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tools/OpenROAD/src/sta/CMakeLists.txt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14954"/>
            <a:ext cx="8412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3242"/>
            <a:ext cx="8046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tools/OpenROAD/src/OpenSTA/CMakeLists.txt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695065"/>
            <a:ext cx="1828800" cy="282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Solution: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983355"/>
            <a:ext cx="8412480" cy="964565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093083"/>
            <a:ext cx="8138160" cy="4937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libomp via Homebrew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libomp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vào mỗi CMakeLists.txt: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include_directories(/opt/homebrew/opt/libomp/include)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link_directories(/opt/homebrew/opt/libomp/lib)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74590"/>
            <a:ext cx="6400800" cy="245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Thách thức macOS M-series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Dependency Conflicts — Homebrew trên ARM64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1280160" cy="8686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tcl-tk@8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252728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OpenROAD tìm TCL ở /usr/local, nhưng Homebrew ARM64 đặt ở /opt/homebrew — FindTCL.cmake không detect được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682496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Patch FindTCL.cmake hardcode path /opt/homebrew/opt/tcl-tk@8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139696"/>
            <a:ext cx="1280160" cy="8686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39696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185416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SWIG version 4.3+ breaking changes — OpenROAD chỉ tương thích với SWIG 4.2.x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2615184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brew install swig@4.2 &amp;&amp; brew pin swig@4.2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72384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72384"/>
            <a:ext cx="1280160" cy="8686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72384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3118104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OpenROAD/dst link Boost::system không tồn tại standalone trên modern Boost (header-only)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547872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Xóa Boost::system khỏi target_link_libraries trong dst/CMakeLists.txt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005072"/>
            <a:ext cx="1280160" cy="86868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005072"/>
            <a:ext cx="1188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zstd/icu4c/yaml-cpp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4050792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Không tự động link — linker error "undefined symbol" khi build final binary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4480560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Thêm explicit find_package() và target_link_libraries() trong src/CMakeLists.txt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82296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🏆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Lần đầu tiên: OpenROAD Native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trên macOS Apple Silicon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26Q1-1961-g63ed2e0fe5  •  68MB  •  Build 100% from source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1737360" cy="1234440"/>
          </a:xfrm>
          <a:prstGeom prst="rect">
            <a:avLst/>
          </a:prstGeom>
          <a:solidFill>
            <a:srgbClr val="152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832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40416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CMake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3337560"/>
            <a:ext cx="1737360" cy="1234440"/>
          </a:xfrm>
          <a:prstGeom prst="rect">
            <a:avLst/>
          </a:prstGeom>
          <a:solidFill>
            <a:srgbClr val="152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3832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88920" y="40416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deps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7560"/>
            <a:ext cx="1737360" cy="1234440"/>
          </a:xfrm>
          <a:prstGeom prst="rect">
            <a:avLst/>
          </a:prstGeom>
          <a:solidFill>
            <a:srgbClr val="152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3832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46320" y="40416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CUDD custom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3337560"/>
            <a:ext cx="1737360" cy="1234440"/>
          </a:xfrm>
          <a:prstGeom prst="rect">
            <a:avLst/>
          </a:prstGeom>
          <a:solidFill>
            <a:srgbClr val="15205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3383280"/>
            <a:ext cx="1737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68MB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03720" y="404164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size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A302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CHUẨN BỊ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MÔI TRƯỜNG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CLT, Homebrew Dependencies, SWIG 4.2, Environment Variables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Yêu cầu hệ thống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801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Hardware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M1/M2/M3/M4 (ARM64)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tối thiểu: 16GB (khuyến nghị 32GB+)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Disk: 30GB+ free (build artifacts ~8GB)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Ventura 13.x hoặc Sonoma 14.x+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28016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Software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682496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13.0+ (Ventura / Sonoma)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1938528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Command Line Tools 15+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19456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 (ARM64 native)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450592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(cho cocotb/pyuvm)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3464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Build Tools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328416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3.24+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584448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2.40+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384048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(build backend)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pkg-config 0.29+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34640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92608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Build Time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83480" y="3328416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OpenROAD: ~45-90 phút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83480" y="3584448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Yosys: ~15-20 phút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83480" y="3840480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CUDD (custom): ~5 phút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83480" y="4096512"/>
            <a:ext cx="3749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~2-3 giờ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Bước 1 — Xcode Command Line Tools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nền tảng — cài đặt toàn bộ Apple build toolchain (clang, ld, make, git...)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91056"/>
            <a:ext cx="7955280" cy="1929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Cài đặt Xcode Command Line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xcode-select --install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xcode-select -p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/Library/Developer/CommandLineTools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clang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Apple clang version 15.0.0 (clang-1500.3.9.4)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cmake version 3.28.x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0FD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 Kết quả mong đợi: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965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clang 15+ (Apple Silicon native ARM64)  •  cmake 3.24+  •  git 2.40+  •  make  •  ld (linker)  •  ar  •  python3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Bước 2 — Homebrew Dependencies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97485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07008"/>
            <a:ext cx="8138160" cy="21122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tất cả dependencies chính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tcl-tk@8 qt@5 zstd icu4c yaml-cpp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bison flex or-tools libomp boost ninja pkg-config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SWIG 4.2 specifically (4.3+ breaking changes)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swig@4.2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pin swig@4.2   # Prevent auto-upgrade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swig 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swig 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SWIG Version 4.2.1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243580"/>
            <a:ext cx="8412480" cy="219456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5272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tcl-tk@8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325272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TCL/TK scripting runtime cho OpenROAD GUI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481324"/>
            <a:ext cx="84124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490468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qt@5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490468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Qt5 GUI framework (OpenROAD GUI mode)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19068"/>
            <a:ext cx="8412480" cy="219456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2821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zstd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728212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Zstandard compression — OpenDB file format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56812"/>
            <a:ext cx="84124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65956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icu4c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965956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support — bắt buộc cho string ops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94556"/>
            <a:ext cx="8412480" cy="219456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03700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yaml-cpp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4203700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 parsing trong OpenROAD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432300"/>
            <a:ext cx="84124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41444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or-tools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4441444"/>
            <a:ext cx="6400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— optimization algorithms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Bước 3 — SWIG 4.2 (Version-specific)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640080"/>
          </a:xfrm>
          <a:prstGeom prst="rect">
            <a:avLst/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⚠️  Tại sao phải dùng SWIG 4.2 chính xác?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81328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 4.3+ có breaking changes trong Python/TCL wrapper generation — OpenROAD wrapper code không compile được với SWIG 4.3.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8412480" cy="2788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029968"/>
            <a:ext cx="8138160" cy="2569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Bước 1: Install swig@4.2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swig@4.2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Bước 2: Pin để không bị auto-upgrade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pin swig@4.2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Bước 3: Link vào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'export PATH="/opt/homebrew/opt/swig@4.2/bin:$PATH"' &gt;&gt; ~/.zshrc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source ~/.zshrc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Bước 4: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which swig &amp;&amp; swig 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/opt/homebrew/opt/swig@4.2/bin/swig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SWIG Version 4.2.1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Bước 4 — Cấu hình ~/.zshrc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toàn bộ environment variables sau vào ~/.zshrc: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54480"/>
            <a:ext cx="8138160" cy="3118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 OpenROAD macOS M-series Environment ===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HOMEBREW_PREFIX=/opt/homebrew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TCL-TK@8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PATH="/opt/homebrew/opt/tcl-tk@8/bin:$PATH"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LDFLAGS="-L/opt/homebrew/opt/tcl-tk@8/lib $LDFLAGS"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CPPFLAGS="-I/opt/homebrew/opt/tcl-tk@8/include $CPPFLAGS"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Qt5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PATH="/opt/homebrew/opt/qt@5/bin:$PATH"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Bison &amp; Flex (GNU versions)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PATH="/opt/homebrew/opt/bison/bin:/opt/homebrew/opt/flex/bin:$PATH"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SWIG 4.2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PATH="/opt/homebrew/opt/swig@4.2/bin:$PATH"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OR-Tools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OR_TOOLS_HOME=/opt/homebrew/opt/or-tools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Chuẩn bị môi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Tóm tắt — Environment Setup hoàn chỉnh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429768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88720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Xcode CLT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188720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xcode-select -p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118872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/Library/Developer/CommandLineTools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64208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1664208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664208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--version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1664208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cmake version 3.28+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139696"/>
            <a:ext cx="8412480" cy="429768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13969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139696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139696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--prefix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139696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/opt/homebrew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615184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15184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2615184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tcl-tk@8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2615184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tclsh8.6 --version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9240" y="2615184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Tcl 8.6.x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8412480" cy="429768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90672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090672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 4.2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090672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swig -version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49240" y="3090672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SWIG Version 4.2.1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566160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66160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3566160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libomp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3566160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/opt/homebrew/opt/libomp/lib/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566160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libomp.dylib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8412480" cy="429768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041648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68680" y="4041648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77440" y="4041648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qmake --version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49240" y="4041648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Qt version 5.15.x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517136"/>
            <a:ext cx="84124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517136"/>
            <a:ext cx="36576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4517136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77440" y="4517136"/>
            <a:ext cx="292608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pkg-config --exists or-tools &amp;&amp; echo ok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49240" y="4517136"/>
            <a:ext cx="329184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180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CLONE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ORFS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Flow Scripts — 3 patches CMake quan trọng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Clone OpenROAD Flow Scripts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337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52728"/>
            <a:ext cx="8138160" cy="3118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Tạo thư mục làm việc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~/Documents/OpenROAD &amp;&amp; cd ~/Documents/OpenROAD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Clone ORFS (không dùng --recursive để control submodules)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https://github.com/The-OpenROAD-Project/OpenROAD-flow-scripts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OpenROAD-flow-scripts-source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OpenROAD-flow-scripts-source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submodules (bao gồm OpenROAD, Yosys, ABC...)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submodule update --init --recursive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Kiểm tra 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63ed2e0 Fix timing report...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tools/OpenROAD/CMakeLists.txt | grep "project"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project(OpenROAD VERSION 26.1)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90288"/>
            <a:ext cx="80467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Kết quả: ~/Documents/OpenROAD/OpenROAD-flow-scripts-source/  (~800MB)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Cấu trúc thư mục ORFS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52728"/>
            <a:ext cx="8138160" cy="3529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OpenROAD-flow-scripts-source/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flow/                     # Main ORFS flow scripts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design/               # Sample designs (gcd, aes, sha3...)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platforms/            # PDK configs (sky130hd, asap7...)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Makefile              # Entry 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tools/                    # EDA tool submodules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OpenROAD/             # ← CHÍNH (PnR engine)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cmake/            # ← PATCH FindTCL.cmake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              # ← PATCH 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dst/          # ← PATCH dst/CMakeLists.txt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yosys/                # Synthesis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abc/                  # Logic optimization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install/              # Built binaries output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OpenROAD/bin/openroad  # Binary sau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yosys/bin/yosys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1 — FindTCL.cmake (TCL Detection)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tools/OpenROAD/cmake/FindTCL.cmake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Trước khi patch: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321040" cy="12344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92808"/>
            <a:ext cx="8046720" cy="1014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CMake tìm TCL ở đường dẫn mặc định (Linux / Intel Mac)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find_path(TCL_INCLUDE_PATH tcl.h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/usr/local/include /usr/include)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find_library(TCL_LIBRARY tcl8.6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/usr/local/lib /usr/lib)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/opt/homebrew không được tìm → CMake error!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 Sau khi patch: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832104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511296"/>
            <a:ext cx="8046720" cy="1289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Homebrew ARM64 paths: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find_path(TCL_INCLUDE_PATH tcl.h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/opt/homebrew/opt/tcl-tk@8/include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/usr/local/include /usr/include)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find_library(TCL_LIBRARY tcl8.6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/opt/homebrew/opt/tcl-tk@8/lib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/usr/local/lib /usr/lib)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2 — src/CMakeLists.txt (zstd, icu4c, yaml-cpp)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tools/OpenROAD/src/CMakeLists.txt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3291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54480"/>
            <a:ext cx="8138160" cy="30723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vào đầu file (sau cmake_minimum_required):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zstd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find_package(PkgConfig REQUIRED)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pkg_check_modules(ZSTD REQUIRED libzstd)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include_directories(${ZSTD_INCLUDE_DIRS})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icu4c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find_path(ICU_INCLUDE_DIR unicode/uchar.h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/opt/homebrew/opt/icu4c/include)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find_library(ICU_UC_LIB icuuc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/opt/homebrew/opt/icu4c/lib)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yaml-cpp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find_package(yaml-cpp REQUIRED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HINTS /opt/homebrew/opt/yaml-cpp)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vào target_link_libraries(openroad_lib ...):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${ZSTD_LIBRARIES} ${ICU_UC_LIB} yaml-cpp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18888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Lý do: Các lib này không tự link qua transitive dependencies trên macOS — phải explicit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3 — dst/CMakeLists.txt (Boost::system)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tools/OpenROAD/src/dst/CMakeLists.txt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59436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Lỗi gặp phải: CMake Error — Boost::system target not found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modern (1.70+) đã chuyển system sang header-only — không còn library riêng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25146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58568"/>
            <a:ext cx="8138160" cy="2295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Trước patch (dòng gốc trong dst/CMakeLists.txt):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target_link_libraries(dst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Boost::system    # ← GÂY LỖI: không tồn tại trên modern Boost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Boost::thread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Sau patch (xóa Boost::system):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target_link_libraries(dst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Boost::thread    # Boost::system đã được remove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Clone &amp; Patch ORFS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Tóm tắt — 3 Patches cần thiết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1188720" cy="109728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1188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28016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cmake/FindTCL.cmake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58191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TCL không detect trên Homebrew ARM64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188366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Thêm /opt/homebrew/opt/tcl-tk@8 vào search paths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1188720" cy="109728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23160"/>
            <a:ext cx="1188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51460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src/CMakeLists.txt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281635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zstd, icu4c, yaml-cpp không link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11810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Thêm find_package() và target_link_libraries() explicit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57600"/>
            <a:ext cx="1188720" cy="109728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57600"/>
            <a:ext cx="1188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Patch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src/dst/CMakeLists.txt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4050792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Boost::system không tồn tại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435254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Xóa Boost::system khỏi target_link_libraries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FF6B6B">
              <a:alpha val="10000"/>
            </a:srgbClr>
          </a:solidFill>
          <a:ln w="12700">
            <a:solidFill>
              <a:srgbClr val="FF6B6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A00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OPENROAD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Fix, CUDD from source, Binary 26Q1-1961 + Yosys 0.63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Kiến trúc Build hệ thống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70432"/>
            <a:ext cx="1463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536192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01168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cmake -G Ninja 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57400" y="1170432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170432"/>
            <a:ext cx="1463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17043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30552" y="1536192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30552" y="201168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ninja -j$(nproc)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1481328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749040" y="1170432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170432"/>
            <a:ext cx="1463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17043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1536192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Clang++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22192" y="201168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ARM64 native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1481328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40680" y="1170432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40680" y="1170432"/>
            <a:ext cx="146304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0680" y="117043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13832" y="1536192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(ld64)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13832" y="201168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 .dylib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1481328"/>
            <a:ext cx="228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132320" y="1170432"/>
            <a:ext cx="14630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0" y="1170432"/>
            <a:ext cx="14630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170432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05472" y="1536192"/>
            <a:ext cx="13167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05472" y="2011680"/>
            <a:ext cx="13167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68MB ARM64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423160"/>
            <a:ext cx="841248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2532888"/>
            <a:ext cx="8138160" cy="1975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Tạo build directory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mkdir -p build &amp;&amp; cd build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với CMake (Ninja backend)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-G Ninja 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-DCMAKE_BUILD_TYPE=Release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-DCMAKE_C_COMPILER=/usr/bin/clang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-DCMAKE_CXX_COMPILER=/usr/bin/clang++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-DOPENROAD_ENABLE_GUI=ON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-DCMAKE_INSTALL_PREFIX=../tools/install/OpenROAD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Fix 1 — OpenMP (4 CMakeLists.txt files)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3794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3575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vào ĐẦU MỖI trong 4 files CMakeLists.txt sau: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src/CMakeLists.txt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src/odb/CMakeLists.txt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src/sta/CMakeLists.txt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src/OpenSTA/CMakeLists.txt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╔══════════════════ THÊM ĐOẠN NÀY ═══════════════════╗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find_library(LIBOMP_LIB omp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PATHS /opt/homebrew/opt/libomp/lib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NO_DEFAULT_PATH)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if(LIBOMP_LIB)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include_directories(/opt/homebrew/opt/libomp/include)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link_directories(/opt/homebrew/opt/libomp/lib)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set(OpenMP_CXX_FLAGS "-Xpreprocessor -fopenmp")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set(OpenMP_CXX_LIB_NAMES "omp")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set(OpenMP_omp_LIBRARY ${LIBOMP_LIB})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endif()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╚══════════════════════════════════════════════════════╝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 đó find_package(OpenMP) sẽ tìm thấy libomp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find_package(OpenMP REQUIRED)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Fix 2 — CUDD Build từ Source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CUDD = Colorado University Decision Diagrams — BDD library dùng cho logic synthesis trong OpenSTA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32461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72768"/>
            <a:ext cx="8138160" cy="3026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CUDD không có Homebrew package — phải build manually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~/Documents/OpenROAD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https://github.com/The-OpenROAD-Project/cudd.git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cudd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Patch Makefile cho Apple Clang (loại bỏ -fPIC vì không cần trên macOS)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'' 's/-fPIC//g' Makefile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-j$(sysctl -n hw.ncpu)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vào Homebrew prefix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install DESTDIR=/opt/homebrew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/opt/homebrew/lib/libcudd*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/opt/homebrew/lib/libcudd.a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18888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Sau bước này: libcudd.a available → OpenSTA/OpenROAD có thể link thành công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Fix 3 — FLEX_INCLUDE_DIRS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(fast lexer generator) dùng trong parser — Homebrew Flex path không auto-detect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8412480" cy="34290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554480"/>
            <a:ext cx="8138160" cy="32095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Lỗi gặp phải khi configure: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CMake Error: Could not find FlexLexer.h in FLEX_INCLUDE_DIRS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FLEX_INCLUDE_DIRS: /usr/include (không tồn tại trên macOS)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Fix: Export path trước khi cmake: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FLEX_INCLUDE_DIRS=/opt/homebrew/opt/flex/include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FLEX_EXECUTABLE=/opt/homebrew/opt/flex/bin/flex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Hoặc thêm vào cmake command: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-G Ninja ..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-DFLEX_INCLUDE_DIRS=/opt/homebrew/opt/flex/include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-DFLEX_EXECUTABLE=/opt/homebrew/opt/flex/bin/flex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Flex version (phải là GNU Flex, không phải Apple Flex)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/opt/homebrew/opt/flex/bin/flex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flex 2.6.4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Fix 4 — libomp Global Include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2651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vào file tools/OpenROAD/src/CMakeLists.txt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(GLOBAL include_directories — áp dụng cho toàn bộ project)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 cmake_minimum_required() và project():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if(APPLE)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include_directories(SYSTEM /opt/homebrew/opt/libomp/include)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link_directories(/opt/homebrew/opt/libomp/lib)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set(CMAKE_EXE_LINKER_FLAGS "${CMAKE_EXE_LINKER_FLAGS} -lomp")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set(CMAKE_SHARED_LINKER_FLAGS "${CMAKE_SHARED_LINKER_FLAGS} -lomp")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endif()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Và thêm compiler flags: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if(APPLE)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add_compile_options(-Xpreprocessor -fopenmp)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endif()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913632"/>
            <a:ext cx="8412480" cy="1005840"/>
          </a:xfrm>
          <a:prstGeom prst="rect">
            <a:avLst/>
          </a:prstGeom>
          <a:solidFill>
            <a:srgbClr val="F4F8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593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💡  Tại sao cần Global include?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có nhiều sub-targets (openroad_lib, odb, sta...). Nếu chỉ thêm include ở từng file riêng lẻ, một số target vẫn không tìm thấy omp.h khi compile. Global include đảm bảo toàn bộ build tree có header.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openroad Binary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52728"/>
            <a:ext cx="8138160" cy="36210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Từ thư mục build/ (đã configure xong)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--build . --target openroad -j$(sysctl -n hw.ncpu)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Quá trình build: ~45-90 phút (M1 Pro)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[1/1847] Building CXX object src/CMakeFiles/odb.dir/...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[847/1847] Linking CXX static library libodb.a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[1200/1847] Building CXX object src/CMakeFiles/sta.dir/...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[1847/1847] Linking CXX executable openroad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cmake --install . --prefix ../tools/install/OpenROAD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../tools/install/OpenROAD/bin/openroad 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OpenROAD v2.0-26Q1-1961-g63ed2e0fe5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../tools/install/OpenROAD/bin/openroad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Mach-O 64-bit executable arm64 ← ARM64 native!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../tools/install/OpenROAD/bin/openroad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68M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Build OpenROAD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 Yosys Binary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3611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3392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Yosys build đơn giản hơn nhiều (Makefile-based)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tools/yosys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cho macOS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config-clang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(15-20 phút)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-j$(sysctl -n hw.ncpu)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install PREFIX=../install/yosys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../install/yosys/bin/yosys --version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Yosys 0.63 (git sha1 abc1234, clang++ 15 -fPIC -Os)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file ../install/yosys/bin/yosys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Mach-O 64-bit executable arm64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du -sh ../install/yosys/bin/yosys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892040"/>
            <a:ext cx="8412480" cy="15544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10328"/>
            <a:ext cx="80467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Yosys 0.63 — Synthesis engine sẵn sàng — ARM64 native macOS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🎉  Build Hoàn tất — Kết quả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247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26Q1-1961-g63ed2e0fe5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68 MB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901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tools/install/OpenROAD/bin/openroad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1417320"/>
          </a:xfrm>
          <a:prstGeom prst="rect">
            <a:avLst/>
          </a:prstGeom>
          <a:solidFill>
            <a:srgbClr val="162040"/>
          </a:solidFill>
          <a:ln w="1270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72491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yosys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2186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0.63 (git sha1 abc123)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0215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20 MB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3502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Path: tools/install/yosys/bin/yosys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51960"/>
            <a:ext cx="8412480" cy="621792"/>
          </a:xfrm>
          <a:prstGeom prst="rect">
            <a:avLst/>
          </a:prstGeom>
          <a:solidFill>
            <a:srgbClr val="1620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15968"/>
            <a:ext cx="804672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Cả 2 binary đều là Mach-O 64-bit arm64 — chạy native trên M1/M2/M3/M4 không cần Rosetta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A203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06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SETUP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WORKSPACES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&amp; ASAP7 PDK — run_gcd.sh — GCD Design Benchmark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Setup Workspaces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Sky130 PDK — Skywater 130nm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5272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252728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130nm (Sky130A)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28216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728216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Skywater Technology (Minnesota)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0370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Metal Width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203704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0.14μm (M1 layer)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7919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679192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bulk planar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5468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154680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metal + local interconnect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3016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630168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(hoàn toàn open)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77240"/>
          </a:xfrm>
          <a:prstGeom prst="rect">
            <a:avLst/>
          </a:prstGeom>
          <a:solidFill>
            <a:srgbClr val="F0F9F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78808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Sky130 = PDK đầu tiên hoàn toàn open source cho tapeout thực tế.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với Efabless Chipignite — giá tapeout ~$10,000 (multi-project wafer)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Setup Workspaces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ASAP7 PDK — Arizona State 7nm Predictive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5272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252728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7nm Predictive FinFET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28216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728216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University (ASU) + ARM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03704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Library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203704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ASAP7sc7p5t (7.5-track standard cells)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60904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79192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0" y="2679192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research, NOT real tapeout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8412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5468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154680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0.7V (typical), 0.63V - 0.77V range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8412480" cy="420624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30168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630168"/>
            <a:ext cx="5669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BSD/Academic — miễn phí cho nghiên cứu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77240"/>
          </a:xfrm>
          <a:prstGeom prst="rect">
            <a:avLst/>
          </a:prstGeom>
          <a:solidFill>
            <a:srgbClr val="FFFBF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78808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ASAP7 là PDK dự đoán, không phải PDK thực của foundry nào. Dùng để nghiên cứu và benchmark 7nm FinFET trên hệ thống mở — WNS/TNS sẽ âm hơn Sky130 đáng kể.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Setup Workspaces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Cấu trúc Workspace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3529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OpenROAD/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OpenROAD-flow-scripts-source/  # ORFS repo + built 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tools/install/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OpenROAD/bin/openroad  # 68MB 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yosys/bin/yosys        # 20MB 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Sky130_Workspace/             # ← Workspace Sky130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run_gcd.sh                # Entry point script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results/                  # Output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sky130hd/gcd/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6_final.odb       # OpenDB format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6_final.def       # Design Exchange Format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├── 6_final.v         # Gate-level netlist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    └── 6_final.spef      # Parasitic extraction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logs/                     # Build logs mỗi stage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ASAP7_Workspace/              # ← Workspace ASAP7 (tương tự)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run_gcd.sh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results/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Setup Workspaces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run_gcd.sh — Sky130 Workspace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37033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3483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Sky130_Workspace/run_gcd.sh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ORFS_ROOT=~/Documents/OpenROAD/OpenROAD-flow-scripts-source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OPENROAD=$ORFS_ROOT/tools/install/OpenROAD/bin/openroad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YOSYS=$ORFS_ROOT/tools/install/yosys/bin/yosys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Thêm GNU coreutils vào PATH (required by ORFS Makefile)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PATH="/opt/homebrew/opt/coreutils/libexec/gnubin:$PATH"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$ORFS_ROOT/flow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GCD design với Sky130HD platform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DESIGN_CONFIG=./designs/sky130hd/gcd/config.mk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OPENROAD_EXE=$OPENROAD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YOSYS_EXE=$YOSYS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EQUIVALENCE_CHECK=0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956048"/>
            <a:ext cx="8412480" cy="155448"/>
          </a:xfrm>
          <a:prstGeom prst="rect">
            <a:avLst/>
          </a:prstGeom>
          <a:solidFill>
            <a:srgbClr val="FFFBF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974336"/>
            <a:ext cx="80467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EQUIVALENCE_CHECK=0 vì yosys-smtbmc (formal verification) không available trên macOS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Setup Workspaces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GCD Design — Benchmark chuẩn cho OpenROAD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0690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1673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Thuật toán GCD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Greatest Common Divisor — Euclid algorithm. RTL đơn giản nhưng cover đủ: data path, control FSM, clock gating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07008"/>
            <a:ext cx="40690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07008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1673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Vì sao dùng GCD?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00784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nhỏ (~200 cells) → build nhanh (~5 phút). Full flow coverage: Synth → Place → Route → Sign-off. Chuẩn benchmark cộng đồng.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52928"/>
            <a:ext cx="40690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852928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6265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Output files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346704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6_final.odb (OpenDB), 6_final.def, 6_final.v (gate netlist), 6_final.spef (parasitics). Tổng ~2-4MB.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52928"/>
            <a:ext cx="40690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52928"/>
            <a:ext cx="64008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96265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 Metric kiểm tra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346704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(Worst Negative Slack), TNS (Total Negative Slack), Dynamic/Static Power, Area, Cell count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A201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07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VERIFICATION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&amp; KẾT QUẢ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&amp; ASAP7 GCD Results — Sample Projects — UVM Verification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Verification &amp; Kết quả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Kết quả — Sky130HD GCD Design 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-1.80ns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17043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-81.25ps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Negative Slack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9.30e-04W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Dynamic Power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170432"/>
            <a:ext cx="192024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2.6 MB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1228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6_final outputs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578608"/>
            <a:ext cx="8412480" cy="2176272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688336"/>
            <a:ext cx="8138160" cy="19568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files (~/Sky130_Workspace/results/sky130hd/gcd/)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-lh 6_final.*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-rw-r--r-- 2.1M  6_final.odb    # OpenDB 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-rw-r--r-- 245K  6_final.def    # DEF layout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-rw-r--r-- 89K   6_final.v      # Gate-level netlist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-rw-r--r-- 167K  6_final.spef   # Parasitic RC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Timing report từ OpenROAD: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openroad -no_splash -exit timing_report.tcl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wns  -1.80 ns | tns  -81.25 ps | violating paths: 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Verification &amp; Kết quả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Kết quả — ASAP7 GCD Design ✅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920240" cy="1280160"/>
          </a:xfrm>
          <a:prstGeom prst="rect">
            <a:avLst/>
          </a:prstGeom>
          <a:solidFill>
            <a:srgbClr val="F4F8FF"/>
          </a:solidFill>
          <a:ln w="254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-23.53ns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Negative Slack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170432"/>
            <a:ext cx="1920240" cy="1280160"/>
          </a:xfrm>
          <a:prstGeom prst="rect">
            <a:avLst/>
          </a:prstGeom>
          <a:solidFill>
            <a:srgbClr val="F4F8FF"/>
          </a:solidFill>
          <a:ln w="25400">
            <a:solidFill>
              <a:srgbClr val="EF444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-134.60ps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Negative Slack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1920240" cy="1280160"/>
          </a:xfrm>
          <a:prstGeom prst="rect">
            <a:avLst/>
          </a:prstGeom>
          <a:solidFill>
            <a:srgbClr val="F4F8FF"/>
          </a:solidFill>
          <a:ln w="2540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4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1.41e-04W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Dynamic Power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1170432"/>
            <a:ext cx="1920240" cy="1280160"/>
          </a:xfrm>
          <a:prstGeom prst="rect">
            <a:avLst/>
          </a:prstGeom>
          <a:solidFill>
            <a:srgbClr val="F4F8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261872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1.3 MB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18562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30552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6_final outputs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2578608"/>
            <a:ext cx="841248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243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⚠️  WNS âm lớn (-23.53ns) là bình thường với ASAP7: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2907792"/>
            <a:ext cx="8046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ASAP7 là PDK "predictive" với timing models rất conservative. Design chưa qua optimization đầy đủ. Đây là kết quả baseline — production flow sẽ cần thêm clock constraint tuning.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47288"/>
            <a:ext cx="841248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655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34655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Sky130HD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46557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ASAP7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21608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39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3739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-1.80 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739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-23.53 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995928"/>
            <a:ext cx="8412480" cy="256032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01421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0" y="401421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-81.25 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01421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-134.60 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270248"/>
            <a:ext cx="84124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8853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428853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9.30e-04 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428853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1.41e-04 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4544568"/>
            <a:ext cx="8412480" cy="256032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56285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0" y="456285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MB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56285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MB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Verification &amp; Kết quả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 Sample Projects — Sky130 &amp; ASAP7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1828800" cy="107899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07008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CamAI_SNN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+ ASAP7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29844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Spiking Neural Network Camera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1618488"/>
            <a:ext cx="6217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SNN inference engine cho edge AI camera. Feature: spike encoding, LIF neuron array, output classification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84124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14016"/>
            <a:ext cx="1828800" cy="1078992"/>
          </a:xfrm>
          <a:prstGeom prst="rect">
            <a:avLst/>
          </a:prstGeom>
          <a:solidFill>
            <a:srgbClr val="00C4FF">
              <a:alpha val="12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Bio_health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072384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+ ASAP7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31720" y="2505456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Multi-Biosignal Processor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2825496"/>
            <a:ext cx="6217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ECG/HRV + SpO2 + EEG signal processing IP. Lightweight CNN inference cho early CKD detection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8412480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21024"/>
            <a:ext cx="1828800" cy="1078992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21024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HammingCode_128bit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79392"/>
            <a:ext cx="1645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Sky130 + ASAP7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3712464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4032504"/>
            <a:ext cx="62179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SECDED Hamming Code (128-bit data + 8 parity bits). ECC engine dùng cho memory protection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Verification &amp; Kết quả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UVM Verification Structure — 6 Projects (3×2)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8412480" cy="37947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3575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&lt;project_name&gt;_{sky130|asap7}/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Makefile                      # SIM=icarus|verilator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tb/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interfaces/               # SystemVerilog interfaces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env/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agent/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├── driver.py         # cocotb driver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│   └── monitor.py        # cocotb monitor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scoreboard.py         # Result checking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coverage.py           # Functional coverage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env.py                # UVM-style environment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sequences/                # Test sequences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tests/                    # 4 cocotb test cases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sim/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icarus/                   # Icarus Verilog 13.0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verilator/                # Verilator 5.046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waves/                        # VCD/FST waveforms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reports/                      # Coverage reports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5047488"/>
            <a:ext cx="84124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Verification &amp; Kết quả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Simulation Tools — Verilator &amp; cocotb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07008"/>
            <a:ext cx="64008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Verilator 5.046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82496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verilator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Cycle-accurate SystemVerilog simulation (C++ based). Nhanh nhất trong open-source simulators. Dùng cho performance testing.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07008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4FF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07008"/>
            <a:ext cx="64008" cy="150876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98448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Icarus Verilog 13.0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682496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brew install icarus-verilog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938528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simulation. Dễ dùng với cocotb, hỗ trợ VCD dump. Dùng cho basic functional verification.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07792"/>
            <a:ext cx="64008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99232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cocotb 2.0.1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3832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cocotb==2.0.1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639312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testbench framework. Viết testbench Python thay vì Verilog. UVM-style nhưng dùng Python.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07792"/>
            <a:ext cx="406908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07792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999232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pyuvm 4.0.1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383280"/>
            <a:ext cx="3749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pyuvm==4.0.1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639312"/>
            <a:ext cx="3749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methodology trong Python. Class hierarchy giống SystemVerilog UVM: uvm_env, uvm_agent, uvm_scoreboard.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164592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A004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08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SIGN-OFF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KLayout, Magic VLSI, Netgen LVS, open_pdks — Tape-out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Sign-off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KLayout 0.30.7 — GDS Viewer &amp; DRC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61415"/>
            <a:ext cx="5661025" cy="208915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10293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234440"/>
            <a:ext cx="40011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GDS/OASIS layout viewer, DRC scripting, LVS, Python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21765"/>
            <a:ext cx="5661025" cy="1955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9075"/>
            <a:ext cx="10293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1485900"/>
            <a:ext cx="40011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0.30.7 (ARM64 native via pip)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668780"/>
            <a:ext cx="5661660" cy="208915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730375"/>
            <a:ext cx="10293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1730375"/>
            <a:ext cx="40011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klayout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41830"/>
            <a:ext cx="5653405" cy="26225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21840"/>
            <a:ext cx="10293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2021840"/>
            <a:ext cx="4001135" cy="76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python3 -c "import klayout; print(klayout.__version__)"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268220"/>
            <a:ext cx="8412480" cy="2364105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377821"/>
            <a:ext cx="8138160" cy="140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KLayout DRC script (Python API)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klayout.db as db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= db.Layout()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layout.read("6_final.gds")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DRC với sky130A rules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drc = db.DRC()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drc.run_drc("sky130A_mr.drc")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Export DRC violations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drc.write_rdb("drc_results.lyrdb")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print(f"DRC violations: {drc.count()}")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Sign-off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Magic VLSI 8.3.625 — DRC &amp; Extraction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305"/>
            <a:ext cx="7444105" cy="360045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34440"/>
            <a:ext cx="7541895" cy="287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Magic = Layout editor cổ điển nhưng vẫn là chuẩn vàng cho DRC + parasitic extraction trên Sky130A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387"/>
            <a:ext cx="8412480" cy="30632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82115"/>
            <a:ext cx="8138160" cy="28437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Magic từ source (không có Homebrew formula)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https://github.com/RTimothyEdwards/magic.git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magic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Patch defs.mak: sed → GNU sed (macOS sed incompatible)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sed -i '' 's/^SED = sed/SED = gsed/' scripts/defs.mak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cairo/freetype paths: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./configure --prefix=/path/to/install/magic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CFLAGS="-I/opt/homebrew/include"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LDFLAGS="-L/opt/homebrew/lib"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-j$(sysctl -n hw.ncpu)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install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sky130A.tech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open_pdks/sky130/magic/sky130A.tech $(magic -tcl "puts $MAGIC_HOME")/sys/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717923"/>
            <a:ext cx="8412480" cy="15544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736211"/>
            <a:ext cx="80467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Magic 8.3.625 — DRC + extraction ready với sky130A.tech installed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8627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Sign-off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Netgen 1.5.316 — LVS Netlist Comparison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305"/>
            <a:ext cx="8413115" cy="20320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04265"/>
            <a:ext cx="8138160" cy="291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LVS = Layout vs Schematic. Netgen compare GDS layout netlist với post-synthesis Verilog netlist để đảm bảo không có discrepancy.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30020"/>
            <a:ext cx="8412480" cy="323723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39621"/>
            <a:ext cx="8138160" cy="2889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Netgen từ source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https://github.com/RTimothyEdwards/netgen.git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netgen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Patch: implicit function declaration on Apple Clang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CFLAGS=-Wno-error=implicit-function-declaration ./configure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--prefix=/path/to/install/netgen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-j$(sysctl -n hw.ncpu)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install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netgen -version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Netgen 1.5.316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LVS: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netgen -batch lvs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"6_final.spef layout_cell"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"6_final.v schematic_cell"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sky130A_setup.tcl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6395" y="4801743"/>
            <a:ext cx="8412480" cy="15544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275" y="4820031"/>
            <a:ext cx="804672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Netgen 1.5.316 — LVS verification ready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Sign-off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open_pdks — Sky130A Tech Files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70305"/>
            <a:ext cx="8412480" cy="2752090"/>
          </a:xfrm>
          <a:prstGeom prst="rect">
            <a:avLst/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80160"/>
            <a:ext cx="8138160" cy="2935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Clone open_pdks (chứa Sky130A tech files)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https://github.com/RTimothyEdwards/open_pdks.git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open_pdks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Configure cho Sky130A only (nhanh hơn full install)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./configure --enable-sky130-pdk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--with-sky130-variants=A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Copy Magic tech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MAGIC_SYS=$(magic -tcl "puts $MAGIC_HOME")/sys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sky130/magic/sky130A.tech $MAGIC_SYS/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sky130/magic/sky130A.magicrc $MAGIC_SYS/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Magic có nhận sky130A: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magic -T sky130A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Magic 8.3.625 revision 0 ---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Loading sky130A.tech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4023487"/>
            <a:ext cx="8412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41775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sky130A.tech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4041775"/>
            <a:ext cx="6035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rules, layer definitions cho Sky130 trong Magic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4242943"/>
            <a:ext cx="8412480" cy="201168"/>
          </a:xfrm>
          <a:prstGeom prst="rect">
            <a:avLst/>
          </a:prstGeom>
          <a:solidFill>
            <a:srgbClr val="F4F8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61231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sky130A.magicrc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4261231"/>
            <a:ext cx="6035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script — load tech tự động khi mở Magic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462399"/>
            <a:ext cx="841248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687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mr.drc rules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4480687"/>
            <a:ext cx="6035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 ruleset cho KLayout scripting (optional)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6517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Sign-off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Tape-out Flow — RTL đến Efabless Submission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841248" cy="84124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1288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(Verilog)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36192" y="1188720"/>
            <a:ext cx="841248" cy="8412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6192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77440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4752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072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52344" y="1188720"/>
            <a:ext cx="841248" cy="84124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52344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593592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60904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35224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68496" y="1188720"/>
            <a:ext cx="841248" cy="8412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68496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09744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51376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84648" y="1188720"/>
            <a:ext cx="841248" cy="8412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25896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3208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67528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1188720"/>
            <a:ext cx="841248" cy="8412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42048" y="1572768"/>
            <a:ext cx="374904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Netgen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83680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16952" y="1188720"/>
            <a:ext cx="841248" cy="84124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16952" y="1188720"/>
            <a:ext cx="841248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525512" y="2084832"/>
            <a:ext cx="10241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Efabless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99832" y="2633472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2999232"/>
            <a:ext cx="841248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044952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Step 7 — Efabless submission: Cần clean DRC/LVS pass trước khi submit. Hiện tại đang ở GDS export stage (Step 4 complete).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5760" y="35844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Công cụ đã cài đặt: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3913632"/>
            <a:ext cx="40233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3913632"/>
            <a:ext cx="3657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Installed  KLayout 0.30.7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663440" y="3913632"/>
            <a:ext cx="40233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913632"/>
            <a:ext cx="3657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 Magic 8.3.625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4416552"/>
            <a:ext cx="40233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416552"/>
            <a:ext cx="3657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 Netgen 1.5.316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4416552"/>
            <a:ext cx="4023360" cy="429768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416552"/>
            <a:ext cx="3657600" cy="4297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Cloned  open_pdks Sky130A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Bài học &amp; Những khó khăn đã vượt qua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4124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CMake Debugging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đọc CMakeCache.txt và CMakeFiles/CMakeError.log thay vì chỉ đọc terminal output. 70% errors ẩn trong log files.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749808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41248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Dependency Hell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225296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pinning là critical. brew pin swig@4.2 ngăn system tự upgrade. Cần test từng dependency change isolated.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3113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Apple Clang vs GCC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615184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Clang từ chối nhiều GCC extensions. -Wno-error=implicit-function-declaration là cứu cánh cho legacy C code.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139696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231136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OpenMP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615184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find_package(OpenMP) đơn thuần trên macOS. Phải manually set OpenMP_CXX_FLAGS và link -lomp explicitly.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29584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2102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Documentation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tài liệu chính thức cho macOS ARM64. Phải đọc GitHub Issues, PRs, và community forum để tìm hints.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529584"/>
            <a:ext cx="40690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21024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Build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4005072"/>
            <a:ext cx="3794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build mất 2-3 giờ. Ninja incremental build giảm xuống 5-10 phút cho small changes. ccache giúp thêm 40-50%.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C1445"/>
          </a:solidFill>
          <a:ln w="12700">
            <a:solidFill>
              <a:srgbClr val="0C14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4FF">
              <a:alpha val="10000"/>
            </a:srgbClr>
          </a:solidFill>
          <a:ln w="12700">
            <a:solidFill>
              <a:srgbClr val="00C4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KẾT LUẬN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0058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26Q1-1961 chạy NATIVE trên macOS Apple Silicon (M1/M2/M3/M4) ARM64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4592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64592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Yosys 0.63 + OpenROAD 68MB binary — không cần Rosetta 2, không cần Docker/VM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28600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RTL→GDS flow hoàn chỉnh: Sky130HD và ASAP7 đều verified với GCD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92608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92608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tools: KLayout 0.30.7, Magic 8.3.625, Netgen 1.5.316 — tất cả ARM64 native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00C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56616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projects UVM verification với cocotb 2.0.1 + pyuvm 4.0.1 + Verilator 5.046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solidFill>
            <a:srgbClr val="1620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206240"/>
            <a:ext cx="457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⏳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206240"/>
            <a:ext cx="7498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Clean DRC/LVS → Efabless Chipignite tapeout submission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5486400"/>
          </a:xfrm>
          <a:prstGeom prst="ellipse">
            <a:avLst/>
          </a:prstGeom>
          <a:solidFill>
            <a:srgbClr val="00C4FF">
              <a:alpha val="8000"/>
            </a:srgbClr>
          </a:solidFill>
          <a:ln w="12700">
            <a:solidFill>
              <a:srgbClr val="00C4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82880"/>
            <a:ext cx="91440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A3060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?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HỎI &amp; ĐÁP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611880"/>
            <a:ext cx="6400800" cy="36576"/>
          </a:xfrm>
          <a:prstGeom prst="rect">
            <a:avLst/>
          </a:prstGeom>
          <a:solidFill>
            <a:srgbClr val="00C4FF">
              <a:alpha val="50000"/>
            </a:srgbClr>
          </a:solidFill>
          <a:ln w="12700">
            <a:solidFill>
              <a:srgbClr val="00C4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67328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vuhieunghia@</a:t>
            </a:r>
            <a:r>
              <a:rPr lang="vi-VN" alt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gmail.com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github.com/vku-edu/openroad-macos-m1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VKU — Vietnam-Korea University of Information and Communication Technology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OpenROAD 26Q1  •  Yosys 0.63  •  Sky130A  •  ASAP7  •  macOS ARM64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60E20"/>
          </a:solidFill>
          <a:ln w="12700">
            <a:solidFill>
              <a:srgbClr val="060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92624"/>
            <a:ext cx="6400800" cy="1508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5070"/>
                </a:solidFill>
              </a:rPr>
              <a:t>OpenROAD Native on macOS Apple Silicon — VKU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30591</Words>
  <Application>WPS Presentation</Application>
  <PresentationFormat>On-screen Show (16:9)</PresentationFormat>
  <Paragraphs>1860</Paragraphs>
  <Slides>58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8" baseType="lpstr">
      <vt:lpstr>Arial</vt:lpstr>
      <vt:lpstr>SimSun</vt:lpstr>
      <vt:lpstr>Wingdings</vt:lpstr>
      <vt:lpstr>Trebuchet MS</vt:lpstr>
      <vt:lpstr>Trebuchet MS</vt:lpstr>
      <vt:lpstr>Trebuchet MS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Microsoft YaHei</vt:lpstr>
      <vt:lpstr>汉仪旗黑</vt:lpstr>
      <vt:lpstr>Arial Unicode MS</vt:lpstr>
      <vt:lpstr>苹方-简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OpenROAD Native trên macOS Apple Silicon</dc:title>
  <dc:creator>VKU - CNKTMT</dc:creator>
  <dc:subject>PptxGenJS Presentation</dc:subject>
  <cp:lastModifiedBy>vuhieunghia</cp:lastModifiedBy>
  <cp:revision>7</cp:revision>
  <dcterms:created xsi:type="dcterms:W3CDTF">2026-03-27T17:48:39Z</dcterms:created>
  <dcterms:modified xsi:type="dcterms:W3CDTF">2026-03-27T17:48:39Z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9F18CB35513042C615C1C66968B3FFC2_42</vt:lpwstr>
  </property>
  <property fmtid="{D5CDD505-2E9C-101B-9397-08002B2CF9AE}" pid="3" name="KSOProductBuildVer">
    <vt:lpwstr>1033-12.1.23155.23155</vt:lpwstr>
  </property>
</Properties>
</file>